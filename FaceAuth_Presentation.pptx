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7" d="100"/>
          <a:sy n="87" d="100"/>
        </p:scale>
        <p:origin x="133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822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peddusreekanthreddy7/HACKATHON-7.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peddusreekanthreddy7/HACKATHON-7.1" TargetMode="External"/><Relationship Id="rId4" Type="http://schemas.openxmlformats.org/officeDocument/2006/relationships/hyperlink" Target="https://drive.google.com/file/d/1D1_aZa0OtnO3WXjK7u3aJQSOe8dDz2fO/view?usp=drivesd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F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FaceAuth</a:t>
            </a:r>
            <a:endParaRPr lang="en-US" sz="6400" dirty="0"/>
          </a:p>
        </p:txBody>
      </p:sp>
      <p:sp>
        <p:nvSpPr>
          <p:cNvPr id="3" name="Shape 1"/>
          <p:cNvSpPr/>
          <p:nvPr/>
        </p:nvSpPr>
        <p:spPr>
          <a:xfrm>
            <a:off x="2926080" y="1691640"/>
            <a:ext cx="3291840" cy="54864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1051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Facial Recognition &amp; Liveness Detection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Remote Field Personnel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2743200"/>
            <a:ext cx="14630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743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17520" y="2743200"/>
            <a:ext cx="14630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743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2743200"/>
            <a:ext cx="14630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743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743200"/>
            <a:ext cx="14630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743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Hackathon 7.0  ·  National Highways Authority of India, Govt. of India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7EC8C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github.com/peddusreekanthreddy7/HACKATHON-7.1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DatalakeFaceAuth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69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personnel in remote infrastructure sites face an attendance system designed for offices not for the edge.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3977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50876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54533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Zero Network Connectivity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" y="1911096"/>
            <a:ext cx="3739896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NHAI sites have no cellular or Wi-Fi signal. Cloud-based systems simply fail.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508760"/>
            <a:ext cx="3977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50876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54533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Photo &amp; Replay Fraud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45736" y="1911096"/>
            <a:ext cx="3739896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photo or screen replay attacks fool basic face-detection checks undermining attendance integrity.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3977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01752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305409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Speed Constraint: &lt;1s Budget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" y="3419856"/>
            <a:ext cx="3739896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workers can't wait. Recognition must complete in under 1 second on affordable mid range phones.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3017520"/>
            <a:ext cx="3977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301752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27448" y="305409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No GPU on Field Hardware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45736" y="3419856"/>
            <a:ext cx="3739896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3 GB Android devices have no NPU or GPU. All inference must run on CPU only.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— Three Pillars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274320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96696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Lightweight Edge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336" y="1362456"/>
            <a:ext cx="2505456" cy="3364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 total model footprint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under the 20 MB cap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 + Face Mesh + MobileFaceNet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CPU  no GPU required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54680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54680" y="960120"/>
            <a:ext cx="274320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64408" y="996696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Active Liveness Detection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82696" y="1362456"/>
            <a:ext cx="2505456" cy="3364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challenge each session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/ Smile / Turn-head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Glasses-robust yaw angle detection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Anti-spoofing blocks photo/screen replay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96012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960120"/>
            <a:ext cx="274320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996696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Offline-First Encrypted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63056" y="1362456"/>
            <a:ext cx="2505456" cy="3364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AES-256 at rest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embeddings, never face images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then purge sync: data never lost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with zero connectivity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24128"/>
            <a:ext cx="1234440" cy="74980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74320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508760" y="1399032"/>
            <a:ext cx="82296" cy="0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1024128"/>
            <a:ext cx="1234440" cy="74980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81912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581912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93–116ms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16352" y="1399032"/>
            <a:ext cx="82296" cy="0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9504" y="1024128"/>
            <a:ext cx="1234440" cy="74980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Mesh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 pts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889504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19–22ms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23944" y="1399032"/>
            <a:ext cx="82296" cy="0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97096" y="1024128"/>
            <a:ext cx="1234440" cy="749808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97096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97096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gate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31536" y="1399032"/>
            <a:ext cx="82296" cy="0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04688" y="1024128"/>
            <a:ext cx="1234440" cy="74980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04688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MobileFaceNet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192-D embed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04688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47–56ms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39128" y="1399032"/>
            <a:ext cx="82296" cy="0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024128"/>
            <a:ext cx="1234440" cy="74980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1078992"/>
            <a:ext cx="1234440" cy="4648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 Match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12280" y="1489009"/>
            <a:ext cx="1234440" cy="2624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74320" y="2011680"/>
            <a:ext cx="2651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07B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2011680"/>
            <a:ext cx="2651760" cy="64008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SQLCipher AES-256 Store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65760" y="23774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embeddings — never face images. Fully offline.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600200" y="2724912"/>
            <a:ext cx="0" cy="201168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926080"/>
            <a:ext cx="2651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07B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74320" y="2926080"/>
            <a:ext cx="2651760" cy="64008"/>
          </a:xfrm>
          <a:prstGeom prst="rect">
            <a:avLst/>
          </a:prstGeom>
          <a:solidFill>
            <a:srgbClr val="004F52"/>
          </a:solidFill>
          <a:ln w="12700">
            <a:solidFill>
              <a:srgbClr val="004F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0175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AWS SAM: API GW → Lambda → DynamoDB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5760" y="32918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upload → ACK per record → purge local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91840" y="2011680"/>
            <a:ext cx="5577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steps left of sync work with zero connectivity.
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sync: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network appears → upload → server ACK → purge.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stays bounded.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91840" y="35204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173–190 ms on device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868680"/>
            <a:ext cx="3657600" cy="566928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0" y="868680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 total  ·  67% under the 20 MB budget  ·  100% permissive licenses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36192"/>
          <a:ext cx="8229600" cy="23042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BlazeFace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 detection &amp; bounding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 Mesh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468-point facial landmarks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MobileFaceNet FP32 192-D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5.23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generation (cosine match)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BSD-3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MiniFASNet (passive anti-spoof)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placeholder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Texture-based spoof gate (pluggable)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F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F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permissive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F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Apache / BSD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F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 path documented: MobileFaceNet would compress to &lt;2 MB. Ships FP32 for reproducibility no before/after claim.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Detection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39319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B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420624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509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Active Challenge-Response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2064" y="1389888"/>
            <a:ext cx="3657600" cy="2615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Working on device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Random challenge each session: Blink / Smile / Turn-head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Turn-head uses glasses-robust nose↔chin yaw angle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8-second timeout per challenge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static photo or screen cannot blink or turn  challenges block fraud on their own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dependency on MiniFASNet for active enforcement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46320" y="914400"/>
            <a:ext cx="39319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914400"/>
            <a:ext cx="3931920" cy="42062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74336" y="9509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Passive MiniFASNet (Pluggable)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92624" y="1389888"/>
            <a:ext cx="3657600" cy="2615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Placeholder  graceful degradation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Texture-based passive spoof detection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Designed as a pluggable module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 absent, system degrades to active-only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Authentication is NEVER blocked graceful, not fail-closed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Drop-in replacement when model matures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Active challenges independently defeat photo/screen replay. Passive gate adds defence-in-depth when available.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Footprint &amp; Compression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960120"/>
            <a:ext cx="5486400" cy="1325880"/>
          </a:xfrm>
          <a:prstGeom prst="rect">
            <a:avLst/>
          </a:prstGeom>
          <a:solidFill>
            <a:srgbClr val="004F52"/>
          </a:solidFill>
          <a:ln w="12700">
            <a:solidFill>
              <a:srgbClr val="004F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0" y="98755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20 MB budget  ·  67% UNDER CAP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487168"/>
            <a:ext cx="731520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487168"/>
            <a:ext cx="2377440" cy="25603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8716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0" y="24871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 cap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8229600" cy="14630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INT8 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MobileFaceNet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5.23 MB FP32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 MB (documented)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Reproducible path; no fake before/after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BlazeFace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tiny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further compression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 Mesh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compact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468-pt landmark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 is documented and reproducible. The deck makes no claim about a live INT8 before/after the FP32 model ships.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Encrypted Storage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3977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9669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AES-256 At Rest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" y="1362456"/>
            <a:ext cx="3739896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with AES-256 encryption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key never stored in plain text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  no key server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960120"/>
            <a:ext cx="3977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96012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99669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 Embeddings, Not Images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45736" y="1362456"/>
            <a:ext cx="3739896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192-D cosine embedding stored only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images discarded immediately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cannot be reversed to a face  privacy-by-design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3977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74320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77977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📴  Zero-Network Operation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" y="3145536"/>
            <a:ext cx="3739896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attendance recording works offline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degraded mode or fallback required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parity on-device vs online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743200"/>
            <a:ext cx="3977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17720" y="274320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7448" y="277977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  Bounded Storage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45736" y="3145536"/>
            <a:ext cx="3739896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ACK-then-purge on sync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never grows unboundedly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records purged only after server confirms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&amp; Purge — Reliable Data Delivery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14984"/>
            <a:ext cx="384048" cy="384048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14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399032"/>
            <a:ext cx="0" cy="237744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241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61872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record + embedding written to SQLCipher. Works fully offline.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1636776"/>
            <a:ext cx="384048" cy="384048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636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2064" y="2020824"/>
            <a:ext cx="0" cy="237744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645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1883664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service detects connectivity. Exponential backoff + jitter prevents thundering-herd.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258568"/>
            <a:ext cx="384048" cy="384048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258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2064" y="2642616"/>
            <a:ext cx="0" cy="237744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2677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Batch Upload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2505456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sent with idempotency keys. Safe to retry no duplicates on re-send.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384048" cy="384048"/>
          </a:xfrm>
          <a:prstGeom prst="ellipse">
            <a:avLst/>
          </a:prstGeom>
          <a:solidFill>
            <a:srgbClr val="004F52"/>
          </a:solidFill>
          <a:ln w="12700">
            <a:solidFill>
              <a:srgbClr val="004F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880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2064" y="3264408"/>
            <a:ext cx="0" cy="237744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8895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API GW → Lambda → DynamoDB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12724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backend processes each record and persists to DynamoDB.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502152"/>
            <a:ext cx="384048" cy="384048"/>
          </a:xfrm>
          <a:prstGeom prst="ellipse">
            <a:avLst/>
          </a:prstGeom>
          <a:solidFill>
            <a:srgbClr val="004F52"/>
          </a:solidFill>
          <a:ln w="12700">
            <a:solidFill>
              <a:srgbClr val="004F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502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2064" y="3886200"/>
            <a:ext cx="0" cy="237744"/>
          </a:xfrm>
          <a:prstGeom prst="line">
            <a:avLst/>
          </a:prstGeom>
          <a:noFill/>
          <a:ln w="12700">
            <a:solidFill>
              <a:srgbClr val="007B7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51129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Per Record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37490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acknowledges every record individually before any local delete.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4123944"/>
            <a:ext cx="384048" cy="384048"/>
          </a:xfrm>
          <a:prstGeom prst="ellipse">
            <a:avLst/>
          </a:prstGeom>
          <a:solidFill>
            <a:srgbClr val="004F52"/>
          </a:solidFill>
          <a:ln w="12700">
            <a:solidFill>
              <a:srgbClr val="004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123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41330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Local Row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4370832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deleted only after server ACK. Data is NEVER lost. Storage stays bounded.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37760" y="960120"/>
            <a:ext cx="3749040" cy="3474720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37760" y="960120"/>
            <a:ext cx="37490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9966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Guarantees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1399032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data loss — ACK before purge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duplicates — idempotency keys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unbounded growth — purge on ACK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network required for attendance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Tested against live AWS + local mock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Exponential backoff + jitter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99669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AES-256 At Rest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8056" y="136245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encrypts the entire database. No plain-text attendance data on device.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9601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72968" y="96012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82696" y="99669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 Embeddings Only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00984" y="136245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images are never persisted. Only 192-D math vectors stored  irreversible to a face.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25896" y="9601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25896" y="96012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35624" y="99669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Graceful-Degrade Liveness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53912" y="136245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challenge runs even when passive gate absent. Auth never blocked by a missing model.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8803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8036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291693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Idempotency Keys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" y="328269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sync record carries a unique key. Retries cannot create duplicate attendance entries.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72968" y="28803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72968" y="288036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82696" y="291693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Device Binding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00984" y="328269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are enrolled per device context. Cross-device replay is not possible.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28803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25896" y="2880360"/>
            <a:ext cx="269748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2916936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Serverless Backend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53912" y="3282696"/>
            <a:ext cx="245973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SAM  API GW + Lambda + DynamoDB. No persistent server to breach or patch.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Measured on Real Hardware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41248"/>
          <a:ext cx="850392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footprint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20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(67% under)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speed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1,000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173–190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(5× faster)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(LFW benchmark)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on 3 GB 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3 GB 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518 MB peak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(ample headroom)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vivo I2403, Android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(real device)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green, Xcode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(iOS 15.1+)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licenses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Apache / BSD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7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  (no paid licenses)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059936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breakdown (vivo I2403, Android 16):  Face detect 93–116 ms  ·  Landmarks 19–22 ms  ·  Alignment 5–6 ms  ·  Embedding 47–56 ms  ·  1:N match 1–2 ms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20040" y="440740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Indian-demographic test: 90.6% (limited by 64px dataset resolution, not demographics — full-res + fine-tuning close the gap).  Lighting: shadow 93–95%, harsh-sun 87–91%, low-light 83–88%.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for Datalake 3.0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React Native component. ~30 minutes to integrate.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937760" cy="1417320"/>
          </a:xfrm>
          <a:prstGeom prst="rect">
            <a:avLst/>
          </a:prstGeom>
          <a:solidFill>
            <a:srgbClr val="1A2B2B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9844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&lt;FaceAuth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employeeId={user.id}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offlineMode={true}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onAuthSuccess={handleSuccess}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onSyncComplete={handleSync}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532120" y="1307592"/>
            <a:ext cx="329184" cy="329184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32120" y="13075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325880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@datalake/faceauth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801368"/>
            <a:ext cx="329184" cy="329184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801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0" y="1819656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FaceAuth to your screen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32120" y="2295144"/>
            <a:ext cx="329184" cy="329184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32120" y="22951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onAuthSuccess callback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32120" y="2788920"/>
            <a:ext cx="329184" cy="329184"/>
          </a:xfrm>
          <a:prstGeom prst="ellipse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7889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0" y="280720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runs automatically in background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8412480" cy="502920"/>
          </a:xfrm>
          <a:prstGeom prst="rect">
            <a:avLst/>
          </a:prstGeom>
          <a:solidFill>
            <a:srgbClr val="E6F5F5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743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Full setup guide, API reference, and AWS SAM deployment instructions: INTEGRATION_GUIDE.md in the repository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8412480" cy="164592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identifier for the field employee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fully offline operation (default: true)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onAuthSuccess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Fired on successful recognition with timestamp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onSyncComplete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Fired after server ACK + local purge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Quality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2377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377440" cy="64008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024128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682496"/>
            <a:ext cx="21945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914400"/>
            <a:ext cx="2377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914400"/>
            <a:ext cx="2377440" cy="64008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024128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1682496"/>
            <a:ext cx="21945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Errors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19842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clean build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09360" y="914400"/>
            <a:ext cx="2377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914400"/>
            <a:ext cx="2377440" cy="64008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1024128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400800" y="1682496"/>
            <a:ext cx="21945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19842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4023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468880"/>
            <a:ext cx="402336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505456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Geometry &amp; Alignment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" y="2871216"/>
            <a:ext cx="3785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Face-mesh landmark geometry, 5-point crop alignment, embedding normalization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468880"/>
            <a:ext cx="4023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468880"/>
            <a:ext cx="402336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64608" y="2505456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Liveness FSM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82896" y="2871216"/>
            <a:ext cx="3785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Challenge-response state machine: blink, smile, turn-head transitions and timeout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30752"/>
            <a:ext cx="4023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730752"/>
            <a:ext cx="402336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76732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Embedding Match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" y="4133088"/>
            <a:ext cx="3785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1:N search, threshold validation at 0.40, LFW benchmark cases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3730752"/>
            <a:ext cx="4023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3730752"/>
            <a:ext cx="402336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376732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Sync &amp; Purge Pipeline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82896" y="4133088"/>
            <a:ext cx="3785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tested against a live AWS server and a local mock server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compiles GREEN in GitHub Actions CI (Xcode 16)  ·  Verified on real device: vivo I2403, Android 16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Evaluation Criteria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0" y="694944"/>
            <a:ext cx="2743200" cy="36576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3977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5097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Innovation  (30 pts)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" y="1316736"/>
            <a:ext cx="3739896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 total  67% under 20 MB cap; CPU-only edge inference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liveness: random Blink/Smile/Turn, glasses-robust yaw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 path documented (&lt;2 MB); privacy-by-design embeddings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914400"/>
            <a:ext cx="3977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91440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95097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Feasibility  (30 pts)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45736" y="1316736"/>
            <a:ext cx="3739896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173–190 ms end-to-end 5× under the 1s budget on a real phone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518 MB peak RAM comfortable on 3 GB mid-range devices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React Native component; ~30 min integration; full guide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3977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2608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96265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Scalability &amp; Sustainability  (20 pts)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" y="3328416"/>
            <a:ext cx="3739896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Offline→online sync: idempotent, backoff+jitter, ACK-then-purge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robustness tested: shadow 93–95%, harsh-sun 87–91%, low-light 83–88%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passive gate; active gate adapts to any face/lighting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977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17720" y="2926080"/>
            <a:ext cx="3977640" cy="347472"/>
          </a:xfrm>
          <a:prstGeom prst="rect">
            <a:avLst/>
          </a:prstGeom>
          <a:solidFill>
            <a:srgbClr val="007B7F"/>
          </a:solidFill>
          <a:ln w="12700">
            <a:solidFill>
              <a:srgbClr val="007B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7448" y="2962656"/>
            <a:ext cx="3758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Presentation &amp; Documentation  (20 pts)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45736" y="3328416"/>
            <a:ext cx="3739896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tests pass, 0 TS errors, 8 suites reproducible quality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INTEGRATION_GUIDE.md, full source, downloadable APK</a:t>
            </a:r>
            <a:endParaRPr lang="en-US" sz="1050" dirty="0"/>
          </a:p>
          <a:p>
            <a:pPr>
              <a:spcAft>
                <a:spcPts val="300"/>
              </a:spcAft>
            </a:pPr>
            <a:r>
              <a:rPr lang="en-US" sz="1050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deck: every number real, every claim reproducible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F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Secure. Offline. Accurate.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0" y="1261872"/>
            <a:ext cx="3657600" cy="45720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1463040"/>
            <a:ext cx="2377440" cy="1508760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53619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MB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Footprint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under cap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377440" cy="1508760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91840" y="153619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ms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91840" y="2286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Speed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57860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 under budget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0" y="1463040"/>
            <a:ext cx="2377440" cy="1508760"/>
          </a:xfrm>
          <a:prstGeom prst="rect">
            <a:avLst/>
          </a:prstGeom>
          <a:solidFill>
            <a:srgbClr val="007B7F"/>
          </a:solidFill>
          <a:ln w="12700">
            <a:solidFill>
              <a:srgbClr val="02A4A9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0" y="153619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96.9%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5943600" y="2286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LFW Accuracy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257860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benchmark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github.com/peddusreekanthreddy7/HACKATHON-7.1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5844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EC8C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Download APK + full source  ·  INTEGRATION_GUIDE.md included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Hackathon 7.0  ·  Project: DatalakeFaceAuth  ·  React Native (TypeScript)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46227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Open-Source  ·  MIT / Apache-2.0 / BSD-3  ·  No paid licenses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1662</Words>
  <Application>Microsoft Office PowerPoint</Application>
  <PresentationFormat>On-screen Show (16:9)</PresentationFormat>
  <Paragraphs>318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FaceAuth – NHAI Hackathon 7.0</dc:title>
  <dc:subject>PptxGenJS Presentation</dc:subject>
  <dc:creator>FaceAuth Team</dc:creator>
  <cp:lastModifiedBy>sreekanthreddy417822@gmail.com</cp:lastModifiedBy>
  <cp:revision>2</cp:revision>
  <dcterms:created xsi:type="dcterms:W3CDTF">2026-06-05T13:10:34Z</dcterms:created>
  <dcterms:modified xsi:type="dcterms:W3CDTF">2026-06-05T13:24:45Z</dcterms:modified>
</cp:coreProperties>
</file>