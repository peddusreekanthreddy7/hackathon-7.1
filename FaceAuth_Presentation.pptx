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FaceAuth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Facial Recognition &amp; Liveness Detection for Remote Field Personnel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  ·   Offline   ·   Accurate   ·   Open-Source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 Hackathon 7.0   |   github.com/peddusreekanthreddy7/HACKATHON-7.1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E3F3F3"/>
          </a:solidFill>
          <a:ln w="12700">
            <a:solidFill>
              <a:srgbClr val="007B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"Authenticate field personnel by face + liveness on standard mid-range phones — with NO internet — while keeping the AI model lightweight and React-Native-integrable."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 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sites with zero network connectivity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fraud via photos &amp; video-replay attacks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sub-1-second response on 3 GB-RAM devices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acceleration available on field hardware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 — 3 Pillars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4023360"/>
          </a:xfrm>
          <a:prstGeom prst="roundRect">
            <a:avLst>
              <a:gd name="adj" fmla="val 2432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640080"/>
          </a:xfrm>
          <a:prstGeom prst="rect">
            <a:avLst/>
          </a:prstGeom>
          <a:solidFill>
            <a:srgbClr val="007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Lightweight Edge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MB total model stack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under the 20 MB cap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bundled — no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runs on-device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383280" cy="4023360"/>
          </a:xfrm>
          <a:prstGeom prst="roundRect">
            <a:avLst>
              <a:gd name="adj" fmla="val 2432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0" y="1554480"/>
            <a:ext cx="3383280" cy="640080"/>
          </a:xfrm>
          <a:prstGeom prst="rect">
            <a:avLst/>
          </a:prstGeom>
          <a:solidFill>
            <a:srgbClr val="007B7F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627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Liveness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4688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challenge each scan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/ Smile / Turn head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Defeats photo &amp; screen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spoofing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383280" cy="4023360"/>
          </a:xfrm>
          <a:prstGeom prst="roundRect">
            <a:avLst>
              <a:gd name="adj" fmla="val 2432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38160" y="1554480"/>
            <a:ext cx="3383280" cy="640080"/>
          </a:xfrm>
          <a:prstGeom prst="rect">
            <a:avLst/>
          </a:prstGeom>
          <a:solidFill>
            <a:srgbClr val="007B7F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627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Offline-First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24688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zero network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SQLCipher-encrypted store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to AWS when online,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after server 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on-device AI pipeline → encrypted store → AWS sync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200150" cy="1371600"/>
          </a:xfrm>
          <a:prstGeom prst="roundRect">
            <a:avLst>
              <a:gd name="adj" fmla="val 4571"/>
            </a:avLst>
          </a:prstGeom>
          <a:solidFill>
            <a:srgbClr val="007B7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68880"/>
            <a:ext cx="12001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40230" y="24688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B7F"/>
                </a:solidFill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23110" y="2468880"/>
            <a:ext cx="1200150" cy="1371600"/>
          </a:xfrm>
          <a:prstGeom prst="roundRect">
            <a:avLst>
              <a:gd name="adj" fmla="val 4571"/>
            </a:avLst>
          </a:prstGeom>
          <a:solidFill>
            <a:srgbClr val="007B7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23110" y="2468880"/>
            <a:ext cx="12001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23260" y="24688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B7F"/>
                </a:solidFill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06140" y="2468880"/>
            <a:ext cx="1200150" cy="1371600"/>
          </a:xfrm>
          <a:prstGeom prst="roundRect">
            <a:avLst>
              <a:gd name="adj" fmla="val 4571"/>
            </a:avLst>
          </a:prstGeom>
          <a:solidFill>
            <a:srgbClr val="007B7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06140" y="2468880"/>
            <a:ext cx="12001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Mesh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 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06290" y="24688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B7F"/>
                </a:solidFill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89170" y="2468880"/>
            <a:ext cx="1200150" cy="1371600"/>
          </a:xfrm>
          <a:prstGeom prst="roundRect">
            <a:avLst>
              <a:gd name="adj" fmla="val 4571"/>
            </a:avLst>
          </a:prstGeom>
          <a:solidFill>
            <a:srgbClr val="004F52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89170" y="2468880"/>
            <a:ext cx="12001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4688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B7F"/>
                </a:solidFill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72200" y="2468880"/>
            <a:ext cx="1200150" cy="1371600"/>
          </a:xfrm>
          <a:prstGeom prst="roundRect">
            <a:avLst>
              <a:gd name="adj" fmla="val 4571"/>
            </a:avLst>
          </a:prstGeom>
          <a:solidFill>
            <a:srgbClr val="007B7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2468880"/>
            <a:ext cx="12001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MobileFaceNet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192-D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72350" y="24688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B7F"/>
                </a:solidFill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55230" y="2468880"/>
            <a:ext cx="1200150" cy="1371600"/>
          </a:xfrm>
          <a:prstGeom prst="roundRect">
            <a:avLst>
              <a:gd name="adj" fmla="val 4571"/>
            </a:avLst>
          </a:prstGeom>
          <a:solidFill>
            <a:srgbClr val="007B7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55230" y="2468880"/>
            <a:ext cx="12001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1:N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55380" y="24688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B7F"/>
                </a:solidFill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38260" y="2468880"/>
            <a:ext cx="1200150" cy="1371600"/>
          </a:xfrm>
          <a:prstGeom prst="roundRect">
            <a:avLst>
              <a:gd name="adj" fmla="val 4571"/>
            </a:avLst>
          </a:prstGeom>
          <a:solidFill>
            <a:srgbClr val="007B7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38260" y="2468880"/>
            <a:ext cx="12001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SQLCipher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38410" y="24688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B7F"/>
                </a:solidFill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321290" y="2468880"/>
            <a:ext cx="1200150" cy="1371600"/>
          </a:xfrm>
          <a:prstGeom prst="roundRect">
            <a:avLst>
              <a:gd name="adj" fmla="val 4571"/>
            </a:avLst>
          </a:prstGeom>
          <a:solidFill>
            <a:srgbClr val="007B7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321290" y="2468880"/>
            <a:ext cx="12001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sync+purge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detect → liveness → embed → match → store locally (encrypted).    Online: batch-sync to AWS → ACK → purge local row.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 Stack — 100% Open-Source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48463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7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Size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7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Purpose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7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License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7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BlazeFace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Mesh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 landmarks (EAR/yaw)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MobileFaceNet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5.23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192-D face embedding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BSD-3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MiniFASNet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anti-spoof (optional)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on-device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permissive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6.5 MB  vs  20 MB budget  =  67% under the cap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Liveness Detection — Anti-Spoofing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3017520"/>
          </a:xfrm>
          <a:prstGeom prst="roundRect">
            <a:avLst>
              <a:gd name="adj" fmla="val 2727"/>
            </a:avLst>
          </a:prstGeom>
          <a:solidFill>
            <a:srgbClr val="F4FAFA"/>
          </a:solidFill>
          <a:ln w="12700">
            <a:solidFill>
              <a:srgbClr val="007B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7190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challenge–response  ✓ working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challenge every session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— Eye-Aspect-Ratio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— Mouth-Aspect-Ratio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head — nose↔chin yaw (glasses-robust)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 timeout per challenge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257800" cy="3017520"/>
          </a:xfrm>
          <a:prstGeom prst="roundRect">
            <a:avLst>
              <a:gd name="adj" fmla="val 2727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7190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Passive texture gate (MiniFASNet)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Real-skin vs printed/screen texture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a pluggable placeholder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if absent, runs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active-only — authentication NOT blocked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photo or phone screen cannot blink, smile, or turn — so active challenges block attendance fraud on their own.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Footprint &amp; Compression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840480" cy="3291840"/>
          </a:xfrm>
          <a:prstGeom prst="roundRect">
            <a:avLst>
              <a:gd name="adj" fmla="val 2500"/>
            </a:avLst>
          </a:prstGeom>
          <a:solidFill>
            <a:srgbClr val="004F52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194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6.5 MB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 MB budget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 under the cap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45920"/>
          <a:ext cx="6675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Shipped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INT8 path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7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MobileFaceNet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5.23 MB FP32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other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40233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FP32 (already 67% under budget). INT8 quantisation pipeline (ml/quantize.py) projects &lt; 2 MB — documented &amp; reproducible in COMPRESSION_REPORT.md.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Offline-First, Privacy-by-Design Storage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3291840"/>
          </a:xfrm>
          <a:prstGeom prst="roundRect">
            <a:avLst>
              <a:gd name="adj" fmla="val 2500"/>
            </a:avLst>
          </a:prstGeom>
          <a:solidFill>
            <a:srgbClr val="F4FAFA"/>
          </a:solidFill>
          <a:ln w="12700">
            <a:solidFill>
              <a:srgbClr val="007B7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7190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Encrypted local store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SQLCipher — full AES-256 at rest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math EMBEDDINGS, never face images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id, time, GPS, liveness, score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in zero-network zones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257800" cy="3291840"/>
          </a:xfrm>
          <a:prstGeom prst="roundRect">
            <a:avLst>
              <a:gd name="adj" fmla="val 2500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71907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biometric image ever leaves device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can't be reversed to a photo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key is device-bound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+ offline = field-ready &amp; compliant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 &amp; Purge — Zero Data Loss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07B7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554480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→ records stored locally, encrypted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007B7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212848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detected → sync auto-triggers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871216"/>
            <a:ext cx="457200" cy="457200"/>
          </a:xfrm>
          <a:prstGeom prst="ellipse">
            <a:avLst/>
          </a:prstGeom>
          <a:solidFill>
            <a:srgbClr val="007B7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71216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 with idempotency keys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457200" cy="457200"/>
          </a:xfrm>
          <a:prstGeom prst="ellipse">
            <a:avLst/>
          </a:prstGeom>
          <a:solidFill>
            <a:srgbClr val="007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529584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API Gateway → Lambda → DynamoDB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007B7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187952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ACK per record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07B7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4846320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received → local row purged immediately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Retry: exponential backoff + jitter  ·  idempotency prevents duplicates  ·  never purge before ACK  ·  storage stays bounded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AES-256 at rest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SQLCipher DB encryption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5544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772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 only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1772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face images never stored/sent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6676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Graceful-degrade liveness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6676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Active-only fallback, never blocks auth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Idempotency keys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434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replayed sync uploads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365760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binding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4434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 in every record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365760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6676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Serverless AWS SAM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4434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to breach, no idle cost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— Every Number Measured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real device: vivo I2403, Android 16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377440"/>
                <a:gridCol w="320040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Constraint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Required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Measured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7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footprint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 MB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end-to-end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173–190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(LFW benchmark)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GB device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518 MB → fits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/ iOS build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8.0+ / build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CI-green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5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permissive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breakdown: detect 93–116 ms · landmarks 19–22 ms · align 5–6 ms · embed 47–56 ms · match 1–2 ms.   Indian-demographic 90.6% &amp; lighting 83–95% measured separately (see PERFORMANCE_BENCHMARKS.md).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Drop-in Integration for Datalake 3.0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React Native component — no changes to existing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400800" cy="3291840"/>
          </a:xfrm>
          <a:prstGeom prst="roundRect">
            <a:avLst>
              <a:gd name="adj" fmla="val 2500"/>
            </a:avLst>
          </a:prstGeom>
          <a:solidFill>
            <a:srgbClr val="0E2E2F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FaceAuth from './FaceAuth'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&lt;FaceAuth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employeeId={currentEmployeeId}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offlineMode={true}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onAuthSuccess={(r) =&gt; handle(r)}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onSyncComplete={(n) =&gt; log(n)}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0664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F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≈ 30 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06640" y="228600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 npm packages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babel.config.js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SQLCipher flag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the component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steps in INTEGRATION_GUIDE.md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Quality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67200" y="1554480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267200" y="2468880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errors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94320" y="1554480"/>
            <a:ext cx="335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894320" y="2468880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2377440"/>
          </a:xfrm>
          <a:prstGeom prst="roundRect">
            <a:avLst>
              <a:gd name="adj" fmla="val 3462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520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Covered: BlazeFace decode · CLAHE preprocessing · EAR/MAR/yaw geometry · anti-spoof softmax · liveness FSM · Umeyama alignment · embedding cosine 1:N match · sync backoff/idempotency/retry.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tsc clean · Metro bundles · native Android build · iOS compiles in CI · verified on a real phone.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Mapped to the Evaluation Criteria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5257800" cy="548640"/>
          </a:xfrm>
          <a:prstGeom prst="rect">
            <a:avLst/>
          </a:prstGeom>
          <a:solidFill>
            <a:srgbClr val="007B7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 (30)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4-model edge pipeline, 6.5 MB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5-pt alignment → 96.9% LFW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liveness working on device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63640" y="1463040"/>
            <a:ext cx="5257800" cy="548640"/>
          </a:xfrm>
          <a:prstGeom prst="rect">
            <a:avLst/>
          </a:prstGeom>
          <a:solidFill>
            <a:srgbClr val="007B7F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  (30)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173–190 ms on real phone (&lt; 1 s)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518 MB RAM → fits 3 GB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CI-green · 56 tests · tsc 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886200"/>
            <a:ext cx="5257800" cy="548640"/>
          </a:xfrm>
          <a:prstGeom prst="rect">
            <a:avLst/>
          </a:prstGeom>
          <a:solidFill>
            <a:srgbClr val="007B7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5935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  (20)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ACK-then-purge, idempotent sync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SAM serverless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&amp; demographics measured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886200"/>
            <a:ext cx="5257800" cy="2103120"/>
          </a:xfrm>
          <a:prstGeom prst="roundRect">
            <a:avLst>
              <a:gd name="adj" fmla="val 3913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3886200"/>
            <a:ext cx="5257800" cy="548640"/>
          </a:xfrm>
          <a:prstGeom prst="rect">
            <a:avLst/>
          </a:prstGeom>
          <a:solidFill>
            <a:srgbClr val="007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95935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 (20)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457200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documented source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technical guides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+ reproducible benchmarks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FaceAuth  ·  NHAI Hackathon 7.0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Secure.   Offline.   Accurate.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566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6.5 MB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3566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190 ms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3566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96.9%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accuracy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59436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github.com/peddusreekanthreddy7/HACKATHON-7.1   ·   Download APK + full source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FaceAuth — Offline Facial Recognition &amp; Liveness</dc:title>
  <dc:subject>PptxGenJS Presentation</dc:subject>
  <dc:creator>DatalakeFaceAuth Team</dc:creator>
  <cp:lastModifiedBy>DatalakeFaceAuth Team</cp:lastModifiedBy>
  <cp:revision>1</cp:revision>
  <dcterms:created xsi:type="dcterms:W3CDTF">2026-06-05T12:59:10Z</dcterms:created>
  <dcterms:modified xsi:type="dcterms:W3CDTF">2026-06-05T12:59:10Z</dcterms:modified>
</cp:coreProperties>
</file>